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System-level control loop. Bayesian, track-aware and fitted-hit schedulers are separate baselines, not a fully fused controller. Policies do not receive emitter IDs, future transmissions or false-alarm truth labels. Dwell and coverage safeguards balance exploration and exploitation. No proven algorithmic novelty is claimed.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Implemented independent pipelines; dashed annotation marks an unimplemented calibration bridge. PDW: pulse descriptor word. Signature preprocessing scales frequency/log1p pulse width/amplitude, encodes AoA with sine/cosine, excludes absolute ToA. HDBSCAN is per-file unsupervised clustering. The logistic predictor uses past observations to predict hits including false alarms; not RL. Rust/C++ is unimplemented. Process parallelism supports existing comparisons and dataset files; learning evaluation is sequential. Dataset amplitude dB is not assumed to be simulator dBm.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Sources: docs/dataset-workflow.md, docs/learning-workflow.md and generated JSON reports. Audit: 233172417 pulses, 2500 scan training files, eight empty, no read/schema errors. Association comparison: first ten lexicographic training files, 10000 sampled pulses/file, seed 0, minimum cluster size 20, minimum samples 10. Scores are file-macro with noise treated as one cluster; not held-out and not scheduler performance. Fitted model used 32664 listening examples. Held-out simulation: 50 seeds from 10000. Learned/best-existing interception: acquisition 9.71/11.17, change 13.00/34.20, mixed 6.59/8.55, tracking 8.40/13.47 percent. Crowded 8.57 versus 6.91 percent, but constant-model also 8.57; learning cannot claim that improvement.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Triangle is a conceptual trade-off, not a measured Pareto frontier. Benefits are objectives, not operational savings. Tests include unit, integration, deterministic regression and split-boundary checks; broader structural generalisation remains unverified. API, GUI, calibration and hardware integration are not implemented. Delivery line is a proposal, not an implemented pipeline.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Primary references linked on slide. Challenge code: https://github.com/alan-turing-institute/turing-deinterleaving-challenge . Transformer metric learning is research, not implemented. Dataset card and paper versions differ in aggregate counts; local audit counts are used in this deck. Official theme needs confirmation. The supplied template six content sections are retained; instructions slide omitted.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Spectrum is conceptual, not measured. Passive scheduling under partial observations; no live RF hardware. Theme needs official confirmation. Team fields intentionally blank.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xiv.org/abs/2602.03856" TargetMode="External"/><Relationship Id="rId5" Type="http://schemas.openxmlformats.org/officeDocument/2006/relationships/hyperlink" Target="https://huggingface.co/datasets/alan-turing-institute/turing-synthetic-radar-dataset" TargetMode="External"/><Relationship Id="rId6" Type="http://schemas.openxmlformats.org/officeDocument/2006/relationships/hyperlink" Target="https://arxiv.org/abs/2503.1347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TITLE PAGE  /  SMART SCAN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01 /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82700"/>
            <a:ext cx="6350000" cy="1912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28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42B40"/>
                </a:solidFill>
                <a:latin typeface="Noto Sans"/>
              </a:rPr>
              <a:t>Spectra</a:t>
            </a:r>
          </a:p>
          <a:p>
            <a:pPr>
              <a:lnSpc>
                <a:spcPts val="728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42B40"/>
                </a:solidFill>
                <a:latin typeface="Noto Sans"/>
              </a:rPr>
              <a:t>Scheduler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900" y="3327400"/>
            <a:ext cx="58166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37487"/>
                </a:solidFill>
                <a:latin typeface="Noto Sans"/>
              </a:rPr>
              <a:t>Smarter listening.</a:t>
            </a:r>
          </a:p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37487"/>
                </a:solidFill>
                <a:latin typeface="Noto Sans"/>
              </a:rPr>
              <a:t>Under real receiver constraints.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900" y="4445000"/>
            <a:ext cx="58166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Smart Scan strategy for Electronic Warfare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900" y="4851400"/>
            <a:ext cx="57150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45CDE"/>
                </a:solidFill>
                <a:latin typeface="Noto Sans"/>
              </a:rPr>
              <a:t>SIH26055  •  DRDO  • 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900" y="5486400"/>
            <a:ext cx="609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Team name: __________________    Team ID: 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900" y="5778500"/>
            <a:ext cx="584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Theme: pending official confirmation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8200" y="1358900"/>
            <a:ext cx="4381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487"/>
                </a:solidFill>
                <a:latin typeface="Noto Sans"/>
              </a:rPr>
              <a:t>WIDE SPECTRUM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8300" y="1765300"/>
            <a:ext cx="965200" cy="1422400"/>
          </a:xfrm>
          <a:prstGeom prst="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900" y="2743200"/>
            <a:ext cx="114300" cy="2794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3000" y="2489200"/>
            <a:ext cx="114300" cy="5334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85100" y="2654300"/>
            <a:ext cx="114300" cy="3683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71700"/>
            <a:ext cx="114300" cy="8509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9300" y="1854200"/>
            <a:ext cx="114300" cy="1168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61400" y="2413000"/>
            <a:ext cx="114300" cy="6096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53500" y="2667000"/>
            <a:ext cx="114300" cy="355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45600" y="2311400"/>
            <a:ext cx="114300" cy="7112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7700" y="2032000"/>
            <a:ext cx="114300" cy="990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29800" y="2603500"/>
            <a:ext cx="114300" cy="4191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21900" y="2451100"/>
            <a:ext cx="114300" cy="5715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14000" y="2197100"/>
            <a:ext cx="114300" cy="8255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706100" y="2717800"/>
            <a:ext cx="114300" cy="3048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998200" y="2540000"/>
            <a:ext cx="114300" cy="482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175500" y="3162300"/>
            <a:ext cx="4229100" cy="0"/>
          </a:xfrm>
          <a:prstGeom prst="line">
            <a:avLst/>
          </a:prstGeom>
          <a:ln w="12700">
            <a:solidFill>
              <a:srgbClr val="6374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988300" y="1765300"/>
            <a:ext cx="0" cy="14224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953500" y="1765300"/>
            <a:ext cx="0" cy="14224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17000" y="3276600"/>
            <a:ext cx="260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Frequency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70900" y="3327400"/>
            <a:ext cx="0" cy="5588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112000" y="4089400"/>
            <a:ext cx="42799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12000" y="4318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7900" y="4254500"/>
            <a:ext cx="38989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Limited-bandwidth receiver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4635500"/>
            <a:ext cx="38989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Select band  /  dwell  /  revisit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6300" y="5410200"/>
            <a:ext cx="4229100" cy="690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One observation window.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Many signals outside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IDEA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A closed loop, not a fixed sweep.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Proposed solution: adapt the observation schedule as evidence changes.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02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500" y="24384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667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8400" y="26035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01  Observe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400" y="29845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Hits, misses, signal measurements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6000" y="24384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66000" y="2667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1900" y="26035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02  Estimate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1900" y="29845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Activity history + track confidence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6000" y="46355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6000" y="4864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1900" y="48006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03  Schedule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1900" y="51816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Next band + listening dwell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2500" y="46355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2500" y="4864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8400" y="48006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04  Retune &amp; listen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8400" y="51816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Respect hardware observation cost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26000" y="2946400"/>
            <a:ext cx="2514600" cy="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97500" y="2654300"/>
            <a:ext cx="1905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feedback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09100" y="3467100"/>
            <a:ext cx="0" cy="11430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486900" y="3911600"/>
            <a:ext cx="1905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decision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851400" y="5143500"/>
            <a:ext cx="2489200" cy="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59400" y="4838700"/>
            <a:ext cx="1905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action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870200" y="3467100"/>
            <a:ext cx="0" cy="11430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143000" y="3911600"/>
            <a:ext cx="16002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new observation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3733800"/>
            <a:ext cx="2997200" cy="426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2B40"/>
                </a:solidFill>
                <a:latin typeface="Noto Sans"/>
              </a:rPr>
              <a:t>Search / Revisit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2500" y="4178300"/>
            <a:ext cx="28448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Coverage + switching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200" y="6019800"/>
            <a:ext cx="10350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5CDE"/>
                </a:solidFill>
                <a:latin typeface="Noto Sans"/>
              </a:rPr>
              <a:t>DISTINCTIVE DESIGN   Observation-only inference • Drift response • Explicit receiver constraints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Two pipelines. One evaluation discipline.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Python / NumPy  •  h5py / HDF5  •  scikit-learn  •  JSON model artifacts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03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2247900"/>
            <a:ext cx="11049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CDE"/>
                </a:solidFill>
                <a:latin typeface="Noto Sans"/>
              </a:rPr>
              <a:t>ONLINE SIMULATION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800" y="2603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8800" y="2832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2768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RF simulator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3149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Dynamic emitters + noise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8800" y="2603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8800" y="2832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4700" y="2768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Policy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700" y="3149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History / band selection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78800" y="2603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78800" y="2832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700" y="2768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Paired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700" y="3149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Interception + latency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5900" y="3111500"/>
            <a:ext cx="304800" cy="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35900" y="3111500"/>
            <a:ext cx="304800" cy="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368800" y="3708400"/>
            <a:ext cx="70485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13 baselines + logistic hit predictor; truth hidden from policies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" y="4178300"/>
            <a:ext cx="11049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8276"/>
                </a:solidFill>
                <a:latin typeface="Noto Sans"/>
              </a:rPr>
              <a:t>OFFLINE PULSE ASSOCIATION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8800" y="4508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800" y="4737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700" y="4673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TSRD pulse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700" y="5054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Validate / stream / sample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8800" y="4508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8800" y="4737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84700" y="4673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Feature + cluster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700" y="5054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Scaling / HDBSCAN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8800" y="4508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78800" y="4737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94700" y="4673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File-local scoring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700" y="5054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V-measure + pairwise F1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25900" y="5016500"/>
            <a:ext cx="304800" cy="0"/>
          </a:xfrm>
          <a:prstGeom prst="line">
            <a:avLst/>
          </a:prstGeom>
          <a:ln w="19050">
            <a:solidFill>
              <a:srgbClr val="0782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835900" y="5016500"/>
            <a:ext cx="304800" cy="0"/>
          </a:xfrm>
          <a:prstGeom prst="line">
            <a:avLst/>
          </a:prstGeom>
          <a:ln w="19050">
            <a:solidFill>
              <a:srgbClr val="0782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36600" y="5537200"/>
            <a:ext cx="0" cy="444500"/>
          </a:xfrm>
          <a:prstGeom prst="line">
            <a:avLst/>
          </a:prstGeom>
          <a:ln w="16510">
            <a:solidFill>
              <a:srgbClr val="B36D1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36600" y="5981700"/>
            <a:ext cx="3467100" cy="0"/>
          </a:xfrm>
          <a:prstGeom prst="line">
            <a:avLst/>
          </a:prstGeom>
          <a:ln w="16510">
            <a:solidFill>
              <a:srgbClr val="B36D1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368800" y="5791200"/>
            <a:ext cx="72644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36D1B"/>
                </a:solidFill>
                <a:latin typeface="Noto Sans"/>
              </a:rPr>
              <a:t>PLANNED: dataset-derived simulation calibration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68800" y="6070600"/>
            <a:ext cx="7264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Recorded scans do not reveal every alternative tuning outcome.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Evidence first. Claims kept in 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Implemented ingestion and association benchmarks; learned scheduling remains experimental.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04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2260600"/>
            <a:ext cx="4889500" cy="1021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54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245CDE"/>
                </a:solidFill>
                <a:latin typeface="Noto Sans"/>
              </a:rPr>
              <a:t>233.2M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900" y="3289300"/>
            <a:ext cx="45720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scan-training pulses validated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900" y="3771900"/>
            <a:ext cx="45720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2,500 files  •  chunked HDF5 processing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Bounded samples; no full-dataset RAM 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2500" y="2273300"/>
            <a:ext cx="5588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487"/>
                </a:solidFill>
                <a:latin typeface="Noto Sans"/>
              </a:rPr>
              <a:t>ASSOCIATION / PAIRWISE 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2500" y="2781300"/>
            <a:ext cx="3302000" cy="29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B40"/>
                </a:solidFill>
                <a:latin typeface="Noto Sans"/>
              </a:rPr>
              <a:t>Raw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2500" y="3111500"/>
            <a:ext cx="806767" cy="165100"/>
          </a:xfrm>
          <a:prstGeom prst="rect">
            <a:avLst/>
          </a:prstGeom>
          <a:solidFill>
            <a:srgbClr val="B7C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56900" y="2946400"/>
            <a:ext cx="8636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0.181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2500" y="3454400"/>
            <a:ext cx="3302000" cy="29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B40"/>
                </a:solidFill>
                <a:latin typeface="Noto Sans"/>
              </a:rPr>
              <a:t>Scaled signatures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2500" y="3784600"/>
            <a:ext cx="3609784" cy="1651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56900" y="3619500"/>
            <a:ext cx="8636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0.812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2500" y="4165600"/>
            <a:ext cx="55880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10 training files • 100k sampled pulses • not held-out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8800" y="4673600"/>
            <a:ext cx="11074400" cy="0"/>
          </a:xfrm>
          <a:prstGeom prst="line">
            <a:avLst/>
          </a:prstGeom>
          <a:ln w="1778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Incomplete 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Truth-separated evaluation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Retuning excluded from targets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Scale &amp; domain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Chunked I/O + bounded sampling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Unit calibration remains open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Unproven policy gain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Constant-model ablation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Existing defaults retained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800" y="6096000"/>
            <a:ext cx="110871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36D1B"/>
                </a:solidFill>
                <a:latin typeface="Noto Sans"/>
              </a:rPr>
              <a:t>Learning result: the fitted policy does not consistently outperform the strongest existing baseline.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Optimise the trade-off. Not a single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Intended users: receiver-algorithm researchers and spectrum-system evaluation teams.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05 / 06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206500" y="2692400"/>
            <a:ext cx="2070100" cy="242570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06500" y="5118100"/>
            <a:ext cx="4140200" cy="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3276600" y="2692400"/>
            <a:ext cx="2070100" cy="242570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200400" y="2616200"/>
            <a:ext cx="152400" cy="152400"/>
          </a:xfrm>
          <a:prstGeom prst="ellipse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0300" y="5041900"/>
            <a:ext cx="152400" cy="152400"/>
          </a:xfrm>
          <a:prstGeom prst="ellipse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70500" y="5041900"/>
            <a:ext cx="152400" cy="152400"/>
          </a:xfrm>
          <a:prstGeom prst="ellipse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38400" y="2095500"/>
            <a:ext cx="29210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5422900"/>
            <a:ext cx="22860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Discovery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5000" y="5422900"/>
            <a:ext cx="20955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Retuning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2200" y="4064000"/>
            <a:ext cx="26670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45CDE"/>
                </a:solidFill>
                <a:latin typeface="Noto Sans"/>
              </a:rPr>
              <a:t>Receiver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0700" y="2438400"/>
            <a:ext cx="4762500" cy="443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2B40"/>
                </a:solidFill>
                <a:latin typeface="Noto Sans"/>
              </a:rPr>
              <a:t>Earlier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0700" y="2908300"/>
            <a:ext cx="476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Measure first-detection and reacquisition delay.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0700" y="3556000"/>
            <a:ext cx="4762500" cy="443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2B40"/>
                </a:solidFill>
                <a:latin typeface="Noto Sans"/>
              </a:rPr>
              <a:t>Repeatable experimentation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0700" y="4025900"/>
            <a:ext cx="476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Compare policies under identical seeded conditions.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0700" y="4673600"/>
            <a:ext cx="4762500" cy="443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2B40"/>
                </a:solidFill>
                <a:latin typeface="Noto Sans"/>
              </a:rPr>
              <a:t>Controlled compute demand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0700" y="5143500"/>
            <a:ext cx="476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Stream data; profile memory and decision latency.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" y="6083300"/>
            <a:ext cx="1107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CDE"/>
                </a:solidFill>
                <a:latin typeface="Noto Sans"/>
              </a:rPr>
              <a:t>PLANNED DELIVERY   Calibration bridge  /  broader validation  /  experiment API / dashboard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Grounded in research. Tested independently.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References inform the methods; published scores are not presented as project results.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06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22860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7000" y="22860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Benchmark foundation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07000" y="24384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45200" y="22860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4"/>
              </a:rPr>
              <a:t>The Turing Synthetic Radar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5200" y="26670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4"/>
              </a:rPr>
              <a:t>Gunn et al.  /  arXiv:2602.03856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97000" y="3238500"/>
            <a:ext cx="102362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8800" y="35052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7000" y="35052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Data &amp; evaluation contract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07000" y="36576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45200" y="35052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5"/>
              </a:rPr>
              <a:t>TSRD dataset card + challenge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45200" y="38862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5"/>
              </a:rPr>
              <a:t>PDW schema, receiver modes, splits and scoring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97000" y="4457700"/>
            <a:ext cx="102362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8800" y="47244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7000" y="47244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Representation-learning research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07000" y="48768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45200" y="47244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6"/>
              </a:rPr>
              <a:t>Radar Pulse Deinterleaving with Transformer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5200" y="51054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6"/>
              </a:rPr>
              <a:t>Based Deep Metric Learning  /  arXiv:2503.13476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800" y="5994400"/>
            <a:ext cx="11112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PROJECT EVIDENCE   dataset-workflow.md  /  learning-workflow.md  /  reproducible JSON reports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Spectra Scheduler — Smart Scan Strategy</dc:title>
  <dc:subject>SIH26055 | adaptive receiver scheduling</dc:subject>
  <dc:creator>Spectra Scheduler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